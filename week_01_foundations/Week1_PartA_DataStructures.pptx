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60"/>
                </a:solidFill>
                <a:latin typeface="Calibri"/>
              </a:defRPr>
            </a:pPr>
            <a:r>
              <a:t>BCP201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Lecture 1 — Part A</a:t>
            </a:r>
            <a:br/>
            <a:r>
              <a:t>Python Built-in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Lists  ·  Dictionaries  ·  Tuples  ·  Sets  ·  Hashmaps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Data Structures &amp; Algorithms  |  Week 1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Today's Agenda — Part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Arrays (Python Lists) — creation, indexing, slicing, mutations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List methods — sort, reverse, copy, comprehensions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Dictionaries — hash-table backed key-value stores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CRUD operations, dict comprehensions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Tuples &amp; Sets — immutability and uniqueness guarantees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Hashmaps — building one from scratch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Arrays (Python Lists)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The most versatile built-in collection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List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Python lists are untyped, dynamic arrays — simpler but less efficient than C arrays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Two ways to create empty lists:  []  (preferred)  or  list()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list() also casts any iterable:  list("hello") → ['h','e','l','l','o']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Repeat initialization:  [0] * 10  creates ten zeros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292608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my_list = []            # preferred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my_list = list()        # also works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my_list =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print(my_list)          #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zeros = [0] * 10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print(zeros)            # [0, 0, 0, ..., 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Indexing &amp; Slicing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Zero-based indexing:  my_list[0] → first,  my_list[-1] → last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Slicing syntax:  my_list[start:end:step]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start is inclusive, end is exclusive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Omit start/end to go from beginning/to end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Negative step reverses:  my_list[::-1]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34747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arr[0]          # 4   (first)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arr[-1]         # 8   (last)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arr[0:2]        # [4, 5]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arr[2:]         # [6,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arr[:-2]        # [4, 5, 6]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arr[::2]        # [4, 6, 8]  (every 2nd)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arr[::-1]       # [8, 7, 6, 5, 4]  (reversed)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Deleting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Splice:  my_list[:2] + my_list[3:]  — removes index 2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pop():  removes &amp; returns last (or at index)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del my_list[i]:  deletes by index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remove(val):  deletes first occurrence of value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⚡ Deleting from end is O(1), from middle O(N), from start O(N)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arr.pop()       # returns 8, arr=[4,5,6,7]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arr.pop(2)      # returns 6, arr=[4,5,7]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del arr[0]      # arr=[5,7]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arr.remove(5)   # arr=[4,6,7,8]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Inserting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append(val) — add to end  O(1) amortized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insert(i, val) — insert at index i  O(N)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extend(iterable) — append all items from another iterable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Concatenation with + creates a new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arr.append(9)        # [4,5,6,7,8,9]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arr.insert(2, 6)     # [4,5,6,7,8]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arr.extend([9, 10])  # [4,5,6,7,8,9,10]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+ creates new list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new = [1, 2] + [3, 4]  # [1,2,3,4]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Length, Comparison &amp; Membership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len(my_list) — number of elements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Equality (==) is element-wise and order-sensitive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⚠ Floating-point precision:  3.000000000000000001 == 3  → True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Ordering (&lt;, &gt;) compares lexicographically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Membership:  val in list  /  val not in list  — O(N) 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len(arr)              # 4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arr[len(arr) - 1]     # 8 (last)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[1, 2, 3] == [1, 2, 3]    # True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[1, 2, 3] == [3, 2, 1]    # False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5 in arr              # True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9 not in arr          #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Essential List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984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index — first occurrence position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[4, 5, 6, 7].index(5)          # 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count — frequency of a value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[4, 5, 6, 5, 7, 7].count(5)    # 2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sort — in-place sort (Timsort)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[6, 4, 7, 5, 3]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arr.sort()                      # [3, 4, 5, 6, 7]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arr.sort(reverse=True)          # [7, 6, 5, 4, 3]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reverse — in-place reversal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arr.reverse()                   # [3, 4, 5, 6, 7]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copy — shallow copy (new list, same refs)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arr = [4, 5, 6, 7,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alias = arr           # NOT a copy!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alias.append(9)       # arr is also changed!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copy = arr.copy()     # independent copy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copy.append(10)       # arr unaffected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⚠ copy() is SHALLOW — nested objects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are still shared references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from copy import deepcopy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deep = deepcopy(arr)  # fully independent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List Comprehensions &amp; range()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range(stop) / range(start, stop, step) — lazy integer sequence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Comprehension:  [expr for item in iterable]  — concise list builder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With filter:  [expr for item in iterable if condition]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With ternary:  [a if cond else b for item in iterable]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1051560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45720" cy="30175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10241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range examples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list(range(5))           # [0, 1, 2, 3, 4]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list(range(0, 10, 2))    # [0, 2, 4, 6,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basic comprehension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[x * 2 for x in range(5)]           # [0, 2, 4, 6, 8]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with condition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[x for x in range(10) if x % 2 == 1]  # [1, 3, 5, 7, 9]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with ternary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[x if x % 2 == 1 else -x for x in range(6)]  # [0, 1, -2, 3, -4, 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Dictionaries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Hash-table backed key → value mappings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Dictionary Basics —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Implemented as hash tables → O(1) average access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Create:  {}  (preferred) or  dict()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Insert / Update:  d[key] = value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Delete:  del d[key]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Safe read:  d.get(key, default)  — returns None if missing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my_dict = {"a": 1, "b": 2}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Insert / Update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my_dict["c"] = 3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Delete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del my_dict["a"]   # {"b": 2, "c": 3}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Read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my_dict["b"]              # 2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my_dict.get("z")          # None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my_dict.get("z", -1)      # -1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Membership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"b" in my_dict            # 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Under the Hood — How Hashmaps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hash(key) returns an integer — deterministic within a session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Map to bucket index:  hash(key) % table_size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Array access by index is O(1), but finding a value by scanning is O(N)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Hashmaps encode the value into an index → O(1) lookups!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Problems: collisions (two keys → same index) &amp; wasted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27432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hash_into_index(value, size):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hash(value) % size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hash_into_index("hello", 10)  # 7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hash_into_index("water", 10)  # 4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hash_into_index("pi",    10)  # 6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hash_into_index("e",     10)  # 6  ← COLLISION!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Tuples &amp;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Immutability guarantees and uniqueness constraints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Tuples — Immutable 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Immutable list — cannot be changed after creation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Created with parentheses:  (1, 2, 3)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⚠ Single-element:  (1,)  not  (1)  — the comma matters!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Used for multiple return values from functions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Safe to pass around — prevents accidental mutation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3891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my_tuple = (1, 2, 3)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my_tuple[1] = 4    # TypeError!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Single element — mind the comma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(2) * 10           # 20  (just math!)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(2,) * 10          # (2, 2, 2, ...)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Multiple return values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stats(data):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min(data), max(data)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lo, hi = stats([3, 1, 4])  # lo=1, hi=4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Comprehension needs tuple()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tuple(x*2 for x in range(5))  # (0,2,4,6,8)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Sets — Unique &amp; Unordered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Unordered, no duplicates — backed by hash set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Create with  {1, 2, 3}  or  set(iterable)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⚠  {}  creates an empty dict, not a set!  Use  set()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add() is idempotent — adding duplicate has no effect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O(1) membership checks — much faster than lists!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3891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my_set = {1, 2, 3}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my_set.add(4)          # {1, 2, 3, 4}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my_set.add(4)          # still {1, 2, 3, 4}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Remove duplicates from a list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lst = [1, 2, 2, 3, 3, 4]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set(lst)               # {1, 2, 3, 4}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Set operations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{1,2,3} | {3,4,5}      # {1,2,3,4,5} union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{1,2,3} &amp; {3,4,5}      # {3}         intersect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{1,2,3,4} - {1,4,5}    # {2, 3}      diff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3 in my_set             # True  O(1)!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Part A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Lists are versatile but untyped — watch for heterogeneous traps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Slicing is powerful:  [start:end:step], negatives, reversal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Dictionaries give O(1) lookups via hashing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Understand hash collisions — they're why we study hash tables later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Tuples = safety through immutability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Sets = uniqueness + blazing-fast membership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Comprehensions make code concise — but don't sacrifice readability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