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09728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12191695" cy="36576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2560320" cy="502920"/>
          </a:xfrm>
          <a:prstGeom prst="round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WEEK 02 -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Arrays, Strings, &amp; Pointers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E0A81F"/>
                </a:solidFill>
                <a:latin typeface="Calibri"/>
              </a:rPr>
              <a:t>Self-Study Questions, Visual Exercises, and Modeling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F2F4F7"/>
                </a:solidFill>
                <a:latin typeface="Calibri"/>
              </a:rPr>
              <a:t>A Supplementary Workbook for Data Structures &amp; Algorithms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Topic    ·   Dynamic Arrays &amp; Two-Pointer Pattern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Part 1: Conceptual Questions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Understanding memory allocations and resizes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02 · Practice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1. Dynamic Array Growth: </a:t>
            </a:r>
            <a:r>
              <a:rPr sz="1500">
                <a:solidFill>
                  <a:srgbClr val="333D4A"/>
                </a:solidFill>
                <a:latin typeface="Calibri"/>
              </a:rPr>
              <a:t>Physical computer memory is allocated in contiguous blocks. Since arrays must be stored sequentially, explain how dynamic structures (like Python lists) grow. What steps occur when capacity is exceeded?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2. Amortized Cost: </a:t>
            </a:r>
            <a:r>
              <a:rPr sz="1500">
                <a:solidFill>
                  <a:srgbClr val="333D4A"/>
                </a:solidFill>
                <a:latin typeface="Calibri"/>
              </a:rPr>
              <a:t>If we append N elements one by one to a dynamic array that starts with a capacity of 1 and doubles when full: how many resizing operations occur in total? Why is the time complexity considered O(1) amortized?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3. Memory Overhead: </a:t>
            </a:r>
            <a:r>
              <a:rPr sz="1500">
                <a:solidFill>
                  <a:srgbClr val="333D4A"/>
                </a:solidFill>
                <a:latin typeface="Calibri"/>
              </a:rPr>
              <a:t>Suppose a dynamic array grows by doubling capacity. If it resizes from 1 million cells to 2 million, what is the maximum number of elements actually present immediately after resize? How much memory is 'wasted' temporarily?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Part 1: Conceptual Questions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String immutability and pointer movements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02 · Practice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2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1. String Immutability: </a:t>
            </a:r>
            <a:r>
              <a:rPr sz="1500">
                <a:solidFill>
                  <a:srgbClr val="333D4A"/>
                </a:solidFill>
                <a:latin typeface="Calibri"/>
              </a:rPr>
              <a:t>In languages like Python and Java, strings are immutable. If you concatenate characters to a string inside a loop N times (e.g., s += char), what is the total time complexity? Why is it better to use a character list instead?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2. Two-Pointer Mechanics: </a:t>
            </a:r>
            <a:r>
              <a:rPr sz="1500">
                <a:solidFill>
                  <a:srgbClr val="333D4A"/>
                </a:solidFill>
                <a:latin typeface="Calibri"/>
              </a:rPr>
              <a:t>Contrast the two primary variations of the Two-Pointer pattern:
(a) Boundary Pointers: Left and right moving towards the center (e.g. palindrome check).
(b) Sliding Window: Fast and slow pointers starting from the same end. Describe a scenario suited for each.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3. Memory Pointers in Arrays: </a:t>
            </a:r>
            <a:r>
              <a:rPr sz="1500">
                <a:solidFill>
                  <a:srgbClr val="333D4A"/>
                </a:solidFill>
                <a:latin typeface="Calibri"/>
              </a:rPr>
              <a:t>An array lookup (A[i]) runs in O(1) time. Explain the mathematical formula that calculates the exact memory address of A[i] under the hood using the array base address, index i, and data type size.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Part 2: Hand-Tracing Two Pointers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Simulating Two Sum II on a sorted array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02 · Practice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3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333D4A"/>
                </a:solidFill>
                <a:latin typeface="Calibri"/>
              </a:rPr>
              <a:t>Exercise: Trace two_sum_sorted([1, 3, 5, 8, 10, 15], 13) using the two-pointer approach.
Write down the pointers, sum, and decisions at each loop iteration.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94560"/>
            <a:ext cx="105156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28600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Left Pointer (Idx / Val)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Right Pointer (Idx / Val)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28600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Current Sum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Decision / Pointer Move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697480"/>
            <a:ext cx="10515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07208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0 (Start)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807208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idx 0 (val =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07208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idx 5 (val = 15)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807208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07208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16 &gt; 13: Move Right (right -= 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310128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813048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206240"/>
            <a:ext cx="105156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315968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709160"/>
            <a:ext cx="10515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18888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212080"/>
            <a:ext cx="105156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21808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Part 3: Performance &amp; Shifting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Analyzing element shifting operations on array insertions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02 · Practice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4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Scenario: A task list application stores N elements in a contiguous dynamic array.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105156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1. Insertion Shifting: </a:t>
            </a:r>
            <a:r>
              <a:rPr sz="1500">
                <a:solidFill>
                  <a:srgbClr val="333D4A"/>
                </a:solidFill>
                <a:latin typeface="Calibri"/>
              </a:rPr>
              <a:t>If a user inserts a task at the front (index 0) of the array, how many elements must be shifted in memory? What is the time complexity of this operation?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2. Deletion Shifting: </a:t>
            </a:r>
            <a:r>
              <a:rPr sz="1500">
                <a:solidFill>
                  <a:srgbClr val="333D4A"/>
                </a:solidFill>
                <a:latin typeface="Calibri"/>
              </a:rPr>
              <a:t>Compare the time complexity of: (a) popping an element from the very end of the array, and (b) deleting an element from index 0. Explain the difference in operations.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3. Memory Shrinking logic: </a:t>
            </a:r>
            <a:r>
              <a:rPr sz="1500">
                <a:solidFill>
                  <a:srgbClr val="333D4A"/>
                </a:solidFill>
                <a:latin typeface="Calibri"/>
              </a:rPr>
              <a:t>Our custom DynamicArray implementation shrinks the capacity to half when count &lt;= capacity // 4. Why don't we shrink the capacity immediately when count &lt; capacity // 2? (Hint: Think about alternating append and pop calls right at the boundary).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Part 4: Coding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Advanced array challenges for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02 · Practice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5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 b="1">
                <a:solidFill>
                  <a:srgbClr val="0B2A4A"/>
                </a:solidFill>
                <a:latin typeface="Calibri"/>
              </a:rPr>
              <a:t>1. Merge Sorted Arrays In-Place: </a:t>
            </a:r>
            <a:r>
              <a:rPr sz="1400">
                <a:solidFill>
                  <a:srgbClr val="333D4A"/>
                </a:solidFill>
                <a:latin typeface="Calibri"/>
              </a:rPr>
              <a:t>Given two sorted integer arrays nums1 and nums2, merge nums2 into nums1 in-place as one sorted array. nums1 has a length of m + n (where m is elements in nums1 and n is elements in nums2).
Hint: Start filling the array from the back (right to left) using two pointers to avoid overwriting elements.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 b="1">
                <a:solidFill>
                  <a:srgbClr val="0B2A4A"/>
                </a:solidFill>
                <a:latin typeface="Calibri"/>
              </a:rPr>
              <a:t>2. Sliding Window Maximum: </a:t>
            </a:r>
            <a:r>
              <a:rPr sz="1400">
                <a:solidFill>
                  <a:srgbClr val="333D4A"/>
                </a:solidFill>
                <a:latin typeface="Calibri"/>
              </a:rPr>
              <a:t>Given an array of integers nums and a sliding window size k, find the maximum element in each sliding window position.
Hint: Use a double-ended queue (deque) to store indices of useful elements in the window in decreasing order of value.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 b="1">
                <a:solidFill>
                  <a:srgbClr val="0B2A4A"/>
                </a:solidFill>
                <a:latin typeface="Calibri"/>
              </a:rPr>
              <a:t>3. Move Zeroes In-Place: </a:t>
            </a:r>
            <a:r>
              <a:rPr sz="1400">
                <a:solidFill>
                  <a:srgbClr val="333D4A"/>
                </a:solidFill>
                <a:latin typeface="Calibri"/>
              </a:rPr>
              <a:t>Given an integer array nums, move all 0s to the end of it while maintaining the relative order of the non-zero elements. You must do this in-place without making a copy of the array.
Hint: Maintain a 'write' pointer for non-zero elements and fill the rest with zeroes.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